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0" r:id="rId4"/>
    <p:sldId id="258" r:id="rId5"/>
    <p:sldId id="261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5F4EF"/>
    <a:srgbClr val="CC00CC"/>
    <a:srgbClr val="11838F"/>
    <a:srgbClr val="009600"/>
    <a:srgbClr val="A20000"/>
    <a:srgbClr val="D1D1D1"/>
    <a:srgbClr val="3B7D23"/>
    <a:srgbClr val="C04F15"/>
    <a:srgbClr val="B1B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600E61-157A-019D-0181-26A8445C4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548680"/>
            <a:ext cx="1692188" cy="3528392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1771127" y="728700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303911" y="2807310"/>
            <a:ext cx="1152129" cy="1665806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871988" y="584684"/>
            <a:ext cx="2584052" cy="1944216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5216301" y="1310571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227184" y="2857070"/>
            <a:ext cx="1300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LEGACY INTERFACE Domain</a:t>
            </a: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236495-055B-E7D5-DBF1-0253F6EC3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F3416E-B13F-002D-AD8F-4F3F29CABB22}"/>
              </a:ext>
            </a:extLst>
          </p:cNvPr>
          <p:cNvSpPr/>
          <p:nvPr/>
        </p:nvSpPr>
        <p:spPr>
          <a:xfrm>
            <a:off x="1883532" y="1664804"/>
            <a:ext cx="1702405" cy="716921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FA95E4-96FB-9DE6-56E2-535328F856F3}"/>
              </a:ext>
            </a:extLst>
          </p:cNvPr>
          <p:cNvSpPr/>
          <p:nvPr/>
        </p:nvSpPr>
        <p:spPr>
          <a:xfrm>
            <a:off x="1883531" y="2572356"/>
            <a:ext cx="1695853" cy="2637819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A8E8709-4FD4-A715-F9E9-110B2B820029}"/>
              </a:ext>
            </a:extLst>
          </p:cNvPr>
          <p:cNvSpPr/>
          <p:nvPr/>
        </p:nvSpPr>
        <p:spPr>
          <a:xfrm>
            <a:off x="3867150" y="566738"/>
            <a:ext cx="2652713" cy="4643437"/>
          </a:xfrm>
          <a:custGeom>
            <a:avLst/>
            <a:gdLst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09713 w 2652713"/>
              <a:gd name="connsiteY7" fmla="*/ 1928812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28775 w 2652713"/>
              <a:gd name="connsiteY9" fmla="*/ 1819275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  <a:gd name="connsiteX0" fmla="*/ 0 w 2652713"/>
              <a:gd name="connsiteY0" fmla="*/ 4762 h 4643437"/>
              <a:gd name="connsiteX1" fmla="*/ 0 w 2652713"/>
              <a:gd name="connsiteY1" fmla="*/ 4643437 h 4643437"/>
              <a:gd name="connsiteX2" fmla="*/ 1514475 w 2652713"/>
              <a:gd name="connsiteY2" fmla="*/ 4633912 h 4643437"/>
              <a:gd name="connsiteX3" fmla="*/ 1509713 w 2652713"/>
              <a:gd name="connsiteY3" fmla="*/ 2657475 h 4643437"/>
              <a:gd name="connsiteX4" fmla="*/ 171450 w 2652713"/>
              <a:gd name="connsiteY4" fmla="*/ 2652712 h 4643437"/>
              <a:gd name="connsiteX5" fmla="*/ 176213 w 2652713"/>
              <a:gd name="connsiteY5" fmla="*/ 2019300 h 4643437"/>
              <a:gd name="connsiteX6" fmla="*/ 1519238 w 2652713"/>
              <a:gd name="connsiteY6" fmla="*/ 2033587 h 4643437"/>
              <a:gd name="connsiteX7" fmla="*/ 1522413 w 2652713"/>
              <a:gd name="connsiteY7" fmla="*/ 1925637 h 4643437"/>
              <a:gd name="connsiteX8" fmla="*/ 1624013 w 2652713"/>
              <a:gd name="connsiteY8" fmla="*/ 1928812 h 4643437"/>
              <a:gd name="connsiteX9" fmla="*/ 1619250 w 2652713"/>
              <a:gd name="connsiteY9" fmla="*/ 1816100 h 4643437"/>
              <a:gd name="connsiteX10" fmla="*/ 2652713 w 2652713"/>
              <a:gd name="connsiteY10" fmla="*/ 1824037 h 4643437"/>
              <a:gd name="connsiteX11" fmla="*/ 2652713 w 2652713"/>
              <a:gd name="connsiteY11" fmla="*/ 1347787 h 4643437"/>
              <a:gd name="connsiteX12" fmla="*/ 2433638 w 2652713"/>
              <a:gd name="connsiteY12" fmla="*/ 1347787 h 4643437"/>
              <a:gd name="connsiteX13" fmla="*/ 2443163 w 2652713"/>
              <a:gd name="connsiteY13" fmla="*/ 371475 h 4643437"/>
              <a:gd name="connsiteX14" fmla="*/ 2652713 w 2652713"/>
              <a:gd name="connsiteY14" fmla="*/ 366712 h 4643437"/>
              <a:gd name="connsiteX15" fmla="*/ 2652713 w 2652713"/>
              <a:gd name="connsiteY15" fmla="*/ 0 h 4643437"/>
              <a:gd name="connsiteX16" fmla="*/ 0 w 2652713"/>
              <a:gd name="connsiteY16" fmla="*/ 4762 h 4643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652713" h="4643437">
                <a:moveTo>
                  <a:pt x="0" y="4762"/>
                </a:moveTo>
                <a:lnTo>
                  <a:pt x="0" y="4643437"/>
                </a:lnTo>
                <a:lnTo>
                  <a:pt x="1514475" y="4633912"/>
                </a:lnTo>
                <a:cubicBezTo>
                  <a:pt x="1512888" y="3975100"/>
                  <a:pt x="1511300" y="3316287"/>
                  <a:pt x="1509713" y="2657475"/>
                </a:cubicBezTo>
                <a:lnTo>
                  <a:pt x="171450" y="2652712"/>
                </a:lnTo>
                <a:cubicBezTo>
                  <a:pt x="173038" y="2441575"/>
                  <a:pt x="174625" y="2230437"/>
                  <a:pt x="176213" y="2019300"/>
                </a:cubicBezTo>
                <a:lnTo>
                  <a:pt x="1519238" y="2033587"/>
                </a:lnTo>
                <a:cubicBezTo>
                  <a:pt x="1520296" y="1997604"/>
                  <a:pt x="1521355" y="1961620"/>
                  <a:pt x="1522413" y="1925637"/>
                </a:cubicBezTo>
                <a:lnTo>
                  <a:pt x="1624013" y="1928812"/>
                </a:lnTo>
                <a:lnTo>
                  <a:pt x="1619250" y="1816100"/>
                </a:lnTo>
                <a:lnTo>
                  <a:pt x="2652713" y="1824037"/>
                </a:lnTo>
                <a:lnTo>
                  <a:pt x="2652713" y="1347787"/>
                </a:lnTo>
                <a:lnTo>
                  <a:pt x="2433638" y="1347787"/>
                </a:lnTo>
                <a:lnTo>
                  <a:pt x="2443163" y="371475"/>
                </a:lnTo>
                <a:lnTo>
                  <a:pt x="2652713" y="366712"/>
                </a:lnTo>
                <a:lnTo>
                  <a:pt x="2652713" y="0"/>
                </a:lnTo>
                <a:lnTo>
                  <a:pt x="0" y="4762"/>
                </a:lnTo>
                <a:close/>
              </a:path>
            </a:pathLst>
          </a:cu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83532" y="548680"/>
            <a:ext cx="1767860" cy="828092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7678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 refrerence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647825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reference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6" y="2560081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980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signal ground reference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465770" y="2600908"/>
            <a:ext cx="1054093" cy="2609267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437951" y="2654856"/>
            <a:ext cx="1054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9AEEB-5E0F-E83E-045D-7B3D1976FC9B}"/>
              </a:ext>
            </a:extLst>
          </p:cNvPr>
          <p:cNvSpPr txBox="1"/>
          <p:nvPr/>
        </p:nvSpPr>
        <p:spPr>
          <a:xfrm>
            <a:off x="2248633" y="2353930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(12V)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CADC81-F222-B9CC-7E44-48B9F1DA2A0E}"/>
              </a:ext>
            </a:extLst>
          </p:cNvPr>
          <p:cNvSpPr txBox="1"/>
          <p:nvPr/>
        </p:nvSpPr>
        <p:spPr>
          <a:xfrm>
            <a:off x="2772093" y="2354687"/>
            <a:ext cx="4828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CM Choke</a:t>
            </a:r>
          </a:p>
          <a:p>
            <a:pPr algn="ctr"/>
            <a:r>
              <a:rPr lang="en-US" sz="500" b="1">
                <a:solidFill>
                  <a:schemeClr val="bg1"/>
                </a:solidFill>
              </a:rPr>
              <a:t>(CAN)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F26AE9-DADD-B8AE-0DF6-A43F241A72CD}"/>
              </a:ext>
            </a:extLst>
          </p:cNvPr>
          <p:cNvSpPr txBox="1"/>
          <p:nvPr/>
        </p:nvSpPr>
        <p:spPr>
          <a:xfrm>
            <a:off x="2079355" y="1419171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9EAC7F-2A61-2754-15E9-07EEE73D3CE2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BE5D57A-23A1-F6B8-CF32-1845C85BE49B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AD931B-5F0B-2AA5-3279-C6E851071151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414151-6B52-D96B-C2AF-6D8F21352EAA}"/>
              </a:ext>
            </a:extLst>
          </p:cNvPr>
          <p:cNvSpPr/>
          <p:nvPr/>
        </p:nvSpPr>
        <p:spPr>
          <a:xfrm>
            <a:off x="4070521" y="2636912"/>
            <a:ext cx="1296144" cy="54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776D50-D360-937A-95AE-07D20605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536EF5-13FA-B8AB-D6E8-EB2FAAE7928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2EACED-0E19-21E6-AC73-BF7F8E5E7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15274"/>
            <a:ext cx="4978943" cy="49473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217E81-ED03-849E-C61D-F5A86E7B1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EA29D-C1F2-C859-0EAF-A0A57E36C3C1}"/>
              </a:ext>
            </a:extLst>
          </p:cNvPr>
          <p:cNvSpPr txBox="1"/>
          <p:nvPr/>
        </p:nvSpPr>
        <p:spPr>
          <a:xfrm rot="16200000">
            <a:off x="3562287" y="794989"/>
            <a:ext cx="41069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Ferrites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775AF3-E1FC-B231-255F-995DFE9BED29}"/>
              </a:ext>
            </a:extLst>
          </p:cNvPr>
          <p:cNvSpPr txBox="1"/>
          <p:nvPr/>
        </p:nvSpPr>
        <p:spPr>
          <a:xfrm>
            <a:off x="5688087" y="2393008"/>
            <a:ext cx="60946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00" b="1">
                <a:solidFill>
                  <a:schemeClr val="bg1"/>
                </a:solidFill>
              </a:rPr>
              <a:t>Opto-isolators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4DD0B2-845F-C9A1-3FA2-BD874A6CAD6C}"/>
              </a:ext>
            </a:extLst>
          </p:cNvPr>
          <p:cNvSpPr txBox="1"/>
          <p:nvPr/>
        </p:nvSpPr>
        <p:spPr>
          <a:xfrm>
            <a:off x="4302654" y="2803817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Display FFC</a:t>
            </a:r>
            <a:b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</a:br>
            <a:r>
              <a:rPr lang="en-US" sz="700" b="1">
                <a:solidFill>
                  <a:schemeClr val="tx1">
                    <a:lumMod val="85000"/>
                    <a:lumOff val="15000"/>
                  </a:schemeClr>
                </a:solidFill>
              </a:rPr>
              <a:t>Cutout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16145-BD9B-5A7E-5896-7EA21D594744}"/>
              </a:ext>
            </a:extLst>
          </p:cNvPr>
          <p:cNvSpPr/>
          <p:nvPr/>
        </p:nvSpPr>
        <p:spPr>
          <a:xfrm>
            <a:off x="1893632" y="3897052"/>
            <a:ext cx="1656183" cy="1276896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0D38A7C-783F-26D5-5EDF-F20641F8F94B}"/>
              </a:ext>
            </a:extLst>
          </p:cNvPr>
          <p:cNvSpPr/>
          <p:nvPr/>
        </p:nvSpPr>
        <p:spPr>
          <a:xfrm>
            <a:off x="5433317" y="1572911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345CF-C1CD-C635-DB5A-F748C20213F2}"/>
              </a:ext>
            </a:extLst>
          </p:cNvPr>
          <p:cNvSpPr/>
          <p:nvPr/>
        </p:nvSpPr>
        <p:spPr>
          <a:xfrm>
            <a:off x="3810551" y="2472958"/>
            <a:ext cx="1656183" cy="2772308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89844778-551B-BB2B-445E-9CE52BA3AF72}"/>
              </a:ext>
            </a:extLst>
          </p:cNvPr>
          <p:cNvSpPr/>
          <p:nvPr/>
        </p:nvSpPr>
        <p:spPr>
          <a:xfrm>
            <a:off x="2274334" y="2981467"/>
            <a:ext cx="1044116" cy="432048"/>
          </a:xfrm>
          <a:prstGeom prst="wedgeRoundRectCallout">
            <a:avLst>
              <a:gd name="adj1" fmla="val -45058"/>
              <a:gd name="adj2" fmla="val 147744"/>
              <a:gd name="adj3" fmla="val 16667"/>
            </a:avLst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>
                <a:solidFill>
                  <a:schemeClr val="tx1">
                    <a:lumMod val="75000"/>
                    <a:lumOff val="25000"/>
                  </a:schemeClr>
                </a:solidFill>
              </a:rPr>
              <a:t>No components or traces in this area</a:t>
            </a:r>
          </a:p>
        </p:txBody>
      </p:sp>
    </p:spTree>
    <p:extLst>
      <p:ext uri="{BB962C8B-B14F-4D97-AF65-F5344CB8AC3E}">
        <p14:creationId xmlns:p14="http://schemas.microsoft.com/office/powerpoint/2010/main" val="1425979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</TotalTime>
  <Words>181</Words>
  <Application>Microsoft Office PowerPoint</Application>
  <PresentationFormat>Widescreen</PresentationFormat>
  <Paragraphs>64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Eras Demi ITC</vt:lpstr>
      <vt:lpstr>Office Theme</vt:lpstr>
      <vt:lpstr>PowerPoint Presentation</vt:lpstr>
      <vt:lpstr>MDD400 Functional Block Diagram</vt:lpstr>
      <vt:lpstr>MDD400 Isolation Domains</vt:lpstr>
      <vt:lpstr>MDD400 Ground Planes</vt:lpstr>
      <vt:lpstr>MDD400 Ground Planes</vt:lpstr>
      <vt:lpstr>Thermal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15</cp:revision>
  <dcterms:created xsi:type="dcterms:W3CDTF">2025-07-22T00:51:10Z</dcterms:created>
  <dcterms:modified xsi:type="dcterms:W3CDTF">2025-07-27T20:46:16Z</dcterms:modified>
</cp:coreProperties>
</file>