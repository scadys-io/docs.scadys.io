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0" r:id="rId4"/>
    <p:sldId id="258" r:id="rId5"/>
    <p:sldId id="261" r:id="rId6"/>
    <p:sldId id="259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F4EF"/>
    <a:srgbClr val="CC00CC"/>
    <a:srgbClr val="11838F"/>
    <a:srgbClr val="009600"/>
    <a:srgbClr val="A20000"/>
    <a:srgbClr val="D1D1D1"/>
    <a:srgbClr val="3B7D23"/>
    <a:srgbClr val="C04F15"/>
    <a:srgbClr val="B1B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 varScale="1">
        <p:scale>
          <a:sx n="148" d="100"/>
          <a:sy n="148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7/31/2025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600E61-157A-019D-0181-26A8445C4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548680"/>
            <a:ext cx="1692188" cy="3528392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1771127" y="728700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303911" y="2807310"/>
            <a:ext cx="1152129" cy="1665806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871988" y="584684"/>
            <a:ext cx="2584052" cy="1944216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5216301" y="1310571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227184" y="2857070"/>
            <a:ext cx="1300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LEGACY INTERFACE Domain</a:t>
            </a: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236495-055B-E7D5-DBF1-0253F6EC3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F3416E-B13F-002D-AD8F-4F3F29CABB22}"/>
              </a:ext>
            </a:extLst>
          </p:cNvPr>
          <p:cNvSpPr/>
          <p:nvPr/>
        </p:nvSpPr>
        <p:spPr>
          <a:xfrm>
            <a:off x="1883532" y="1664804"/>
            <a:ext cx="1702405" cy="716921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FA95E4-96FB-9DE6-56E2-535328F856F3}"/>
              </a:ext>
            </a:extLst>
          </p:cNvPr>
          <p:cNvSpPr/>
          <p:nvPr/>
        </p:nvSpPr>
        <p:spPr>
          <a:xfrm>
            <a:off x="1883531" y="2572356"/>
            <a:ext cx="1695853" cy="2637819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A8E8709-4FD4-A715-F9E9-110B2B820029}"/>
              </a:ext>
            </a:extLst>
          </p:cNvPr>
          <p:cNvSpPr/>
          <p:nvPr/>
        </p:nvSpPr>
        <p:spPr>
          <a:xfrm>
            <a:off x="3867150" y="566738"/>
            <a:ext cx="2652713" cy="4643437"/>
          </a:xfrm>
          <a:custGeom>
            <a:avLst/>
            <a:gdLst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09713 w 2652713"/>
              <a:gd name="connsiteY7" fmla="*/ 1928812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19250 w 2652713"/>
              <a:gd name="connsiteY9" fmla="*/ 1816100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52713" h="4643437">
                <a:moveTo>
                  <a:pt x="0" y="4762"/>
                </a:moveTo>
                <a:lnTo>
                  <a:pt x="0" y="4643437"/>
                </a:lnTo>
                <a:lnTo>
                  <a:pt x="1514475" y="4633912"/>
                </a:lnTo>
                <a:cubicBezTo>
                  <a:pt x="1512888" y="3975100"/>
                  <a:pt x="1511300" y="3316287"/>
                  <a:pt x="1509713" y="2657475"/>
                </a:cubicBezTo>
                <a:lnTo>
                  <a:pt x="171450" y="2652712"/>
                </a:lnTo>
                <a:cubicBezTo>
                  <a:pt x="173038" y="2441575"/>
                  <a:pt x="174625" y="2230437"/>
                  <a:pt x="176213" y="2019300"/>
                </a:cubicBezTo>
                <a:lnTo>
                  <a:pt x="1519238" y="2033587"/>
                </a:lnTo>
                <a:cubicBezTo>
                  <a:pt x="1520296" y="1997604"/>
                  <a:pt x="1521355" y="1961620"/>
                  <a:pt x="1522413" y="1925637"/>
                </a:cubicBezTo>
                <a:lnTo>
                  <a:pt x="1624013" y="1928812"/>
                </a:lnTo>
                <a:lnTo>
                  <a:pt x="1619250" y="1816100"/>
                </a:lnTo>
                <a:lnTo>
                  <a:pt x="2652713" y="1824037"/>
                </a:lnTo>
                <a:lnTo>
                  <a:pt x="2652713" y="1347787"/>
                </a:lnTo>
                <a:lnTo>
                  <a:pt x="2433638" y="1347787"/>
                </a:lnTo>
                <a:lnTo>
                  <a:pt x="2443163" y="371475"/>
                </a:lnTo>
                <a:lnTo>
                  <a:pt x="2652713" y="366712"/>
                </a:lnTo>
                <a:lnTo>
                  <a:pt x="2652713" y="0"/>
                </a:lnTo>
                <a:lnTo>
                  <a:pt x="0" y="4762"/>
                </a:lnTo>
                <a:close/>
              </a:path>
            </a:pathLst>
          </a:cu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83532" y="548680"/>
            <a:ext cx="1767860" cy="828092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767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 refrerence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647825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reference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6" y="2560081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980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signal ground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465770" y="2600908"/>
            <a:ext cx="1054093" cy="2609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437951" y="2654856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9AEEB-5E0F-E83E-045D-7B3D1976FC9B}"/>
              </a:ext>
            </a:extLst>
          </p:cNvPr>
          <p:cNvSpPr txBox="1"/>
          <p:nvPr/>
        </p:nvSpPr>
        <p:spPr>
          <a:xfrm>
            <a:off x="2248633" y="2353930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(12V)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CADC81-F222-B9CC-7E44-48B9F1DA2A0E}"/>
              </a:ext>
            </a:extLst>
          </p:cNvPr>
          <p:cNvSpPr txBox="1"/>
          <p:nvPr/>
        </p:nvSpPr>
        <p:spPr>
          <a:xfrm>
            <a:off x="2772093" y="2354687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(CAN)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26AE9-DADD-B8AE-0DF6-A43F241A72CD}"/>
              </a:ext>
            </a:extLst>
          </p:cNvPr>
          <p:cNvSpPr txBox="1"/>
          <p:nvPr/>
        </p:nvSpPr>
        <p:spPr>
          <a:xfrm>
            <a:off x="2079355" y="1419171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EAC7F-2A61-2754-15E9-07EEE73D3CE2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E5D57A-23A1-F6B8-CF32-1845C85BE49B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D931B-5F0B-2AA5-3279-C6E851071151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414151-6B52-D96B-C2AF-6D8F21352EAA}"/>
              </a:ext>
            </a:extLst>
          </p:cNvPr>
          <p:cNvSpPr/>
          <p:nvPr/>
        </p:nvSpPr>
        <p:spPr>
          <a:xfrm>
            <a:off x="4070521" y="2636912"/>
            <a:ext cx="1296144" cy="54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76D50-D360-937A-95AE-07D20605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536EF5-13FA-B8AB-D6E8-EB2FAAE7928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2EACED-0E19-21E6-AC73-BF7F8E5E7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17E81-ED03-849E-C61D-F5A86E7B1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EA29D-C1F2-C859-0EAF-A0A57E36C3C1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75AF3-E1FC-B231-255F-995DFE9BED29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4DD0B2-845F-C9A1-3FA2-BD874A6CAD6C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16145-BD9B-5A7E-5896-7EA21D594744}"/>
              </a:ext>
            </a:extLst>
          </p:cNvPr>
          <p:cNvSpPr/>
          <p:nvPr/>
        </p:nvSpPr>
        <p:spPr>
          <a:xfrm>
            <a:off x="1893632" y="3897052"/>
            <a:ext cx="1656183" cy="1276896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0D38A7C-783F-26D5-5EDF-F20641F8F94B}"/>
              </a:ext>
            </a:extLst>
          </p:cNvPr>
          <p:cNvSpPr/>
          <p:nvPr/>
        </p:nvSpPr>
        <p:spPr>
          <a:xfrm>
            <a:off x="5433317" y="1572911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345CF-C1CD-C635-DB5A-F748C20213F2}"/>
              </a:ext>
            </a:extLst>
          </p:cNvPr>
          <p:cNvSpPr/>
          <p:nvPr/>
        </p:nvSpPr>
        <p:spPr>
          <a:xfrm>
            <a:off x="3810551" y="2472958"/>
            <a:ext cx="1656183" cy="2772308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89844778-551B-BB2B-445E-9CE52BA3AF72}"/>
              </a:ext>
            </a:extLst>
          </p:cNvPr>
          <p:cNvSpPr/>
          <p:nvPr/>
        </p:nvSpPr>
        <p:spPr>
          <a:xfrm>
            <a:off x="2274334" y="2981467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</p:spTree>
    <p:extLst>
      <p:ext uri="{BB962C8B-B14F-4D97-AF65-F5344CB8AC3E}">
        <p14:creationId xmlns:p14="http://schemas.microsoft.com/office/powerpoint/2010/main" val="142597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973DDE-3556-6273-883D-E3759EAF2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D0CEA3-D61B-5199-66C5-566C884A81BB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BCF9E-6035-669C-5ADB-8BD409FB9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SMPS Ground Plane and Layout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71846-D08F-4F66-274B-CDE43FE5E5F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5FA6-45DF-A9E3-6EDB-6A71F2D9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92" y="2520360"/>
            <a:ext cx="5832648" cy="31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1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1448</TotalTime>
  <Words>187</Words>
  <Application>Microsoft Office PowerPoint</Application>
  <PresentationFormat>Widescreen</PresentationFormat>
  <Paragraphs>66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Eras Demi ITC</vt:lpstr>
      <vt:lpstr>Office Theme</vt:lpstr>
      <vt:lpstr>PowerPoint Presentation</vt:lpstr>
      <vt:lpstr>MDD400 Functional Block Diagram</vt:lpstr>
      <vt:lpstr>MDD400 Isolation Domains</vt:lpstr>
      <vt:lpstr>MDD400 Ground Planes</vt:lpstr>
      <vt:lpstr>MDD400 Ground Planes</vt:lpstr>
      <vt:lpstr>Thermal Management</vt:lpstr>
      <vt:lpstr>SMPS Ground Plane and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17</cp:revision>
  <dcterms:created xsi:type="dcterms:W3CDTF">2025-07-22T00:51:10Z</dcterms:created>
  <dcterms:modified xsi:type="dcterms:W3CDTF">2025-07-31T07:20:57Z</dcterms:modified>
</cp:coreProperties>
</file>