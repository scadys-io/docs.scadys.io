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2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6CDF-6B52-E597-A341-871882778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80E9F-36FE-1CBF-EC41-C7A7719CB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EEE4-F614-772C-70A9-91CE9867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B0D8C-8803-FBEC-60D9-C0087183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A1881-2222-AF76-14FC-F8ED0D88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3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89D2C-EE50-796C-5475-83984015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B5A94-61D2-EE87-E61E-408E41E9F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A03EA-7342-9D34-3521-CA0650E9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BD212-FB5D-0A46-9A29-D2DF70C5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C336-A9F2-3D05-CF38-AC16FFFA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0EA7-291D-D173-F94C-9C81FF5A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A3E60-3B02-FCF3-EEC2-A87EC1623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2E4D-B5AF-8F69-51F6-74474FB4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AC56-B8F6-1145-6739-24D13FE1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7412F-0951-D71F-B8CE-55FDE723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21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2D83-96D5-E559-BBB8-1F1A7784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86A5-2E21-2300-1298-24BDBCD24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9AF0C-CCAC-9763-40D7-80968EA02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3D309-990D-7A46-E724-7514B9FC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AD961-A4E6-BE42-F7D0-8CE5171A0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B5108-0DB1-4ECD-79BE-5346EBB1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6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955BA-52E5-98CF-C11A-0982B503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B1F87-C2B9-2584-F643-5686327D9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BD003-8343-5919-F09E-DDAFA3442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D5482-E0C3-47D5-2FB4-8B784E20B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FB2B24-0A3D-08F6-E60B-35F2306AE5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E8C504-8615-1779-9493-6BF56D03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69E40-6E4E-DB97-6E43-1E5EBFD7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16040-D019-27D3-EF2E-59EBCA39F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3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03D7-A1A6-760E-16E6-8D86DBEE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B8B9A-FD1F-FD67-1A06-F1BF5BF06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3E4D7-934A-0CF5-652D-7915F1FA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28DE4-958E-76F7-703D-C4F8A44E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75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8B0317-60B5-44B1-E806-5607DD8C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98509-BA9C-8F86-F254-E1478FDB1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B2C6F-7D13-CD9A-7FAD-741DFA88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E4AD1-874E-C0BA-EAA0-17F92B27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F3A82-2B14-F6FC-CFC1-4CAA446F5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AB5D7-A90C-4C4D-5151-B4EB0F6E4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DCE75-F109-529F-33C6-8B90E4F0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F0D7A-4AC8-5727-14DD-10B92A30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30FCC-F441-49E5-8972-5EB23472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85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4717-C8D9-171A-8D10-AE563B56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DFB703-9E4D-45F5-DD1F-E8E21C30B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FB5ED-86C3-C887-1304-D40E87369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0FA78-B923-86B2-0C48-2BBD631F5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DE38A-7DC2-81F2-912B-631068FB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21D61-28AF-192D-ED3E-2102D3D81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2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11C0-D77B-D49D-D049-2914C203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46153-082A-D861-4219-A4D24AD07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CCA7F-17EF-D0D8-38C7-AC7728DB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F0D08-3DC8-8B74-40A1-2373EFAF9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9BC78-AF73-14D9-85A4-E226FF94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0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8F010-BA2C-1627-7979-17B62E873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971A4-C918-186E-DEA0-E37B84D9C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52174-D313-288A-01FB-E5780935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A8B9A-ECB8-BB07-2A58-2C6E909D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F5A0E-3D99-CB86-CD4B-973DBF04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1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7B019-511B-F8EF-8D12-A64F3739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31493-57C2-89DD-C990-AF6BDD1A7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0403-5D45-C331-4CD2-4208BC9D6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2E66D-DD79-4D85-9026-F033725B82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3BDAD-A188-1D44-FF78-BA5990904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A5801-8857-8D34-A93A-C2E2E3340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975E0-3A7E-47ED-B188-6DB9700F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2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CD1E-DA95-53E4-ED0F-C7ABE9682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CC1F9-555A-EB58-A506-8392B967C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6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41AAF3-B605-191C-F54A-035AD287E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8"/>
            <a:ext cx="12192000" cy="658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3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4929CB-7326-3395-0B2E-6C1259EB6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254" y="851096"/>
            <a:ext cx="7200000" cy="437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0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A9DDB5-4E15-D8EE-3215-B665298DD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68" y="0"/>
            <a:ext cx="11300863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8E12A0-5FB1-163C-2CEF-BC3DB0D88A87}"/>
              </a:ext>
            </a:extLst>
          </p:cNvPr>
          <p:cNvCxnSpPr>
            <a:cxnSpLocks/>
          </p:cNvCxnSpPr>
          <p:nvPr/>
        </p:nvCxnSpPr>
        <p:spPr>
          <a:xfrm flipH="1">
            <a:off x="3003452" y="1334022"/>
            <a:ext cx="4612373" cy="98714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F6D397-8D7E-3AED-1D70-246F6D61068A}"/>
              </a:ext>
            </a:extLst>
          </p:cNvPr>
          <p:cNvCxnSpPr>
            <a:cxnSpLocks/>
          </p:cNvCxnSpPr>
          <p:nvPr/>
        </p:nvCxnSpPr>
        <p:spPr>
          <a:xfrm flipH="1">
            <a:off x="4590789" y="1334022"/>
            <a:ext cx="3025036" cy="344466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8ABCF5-ACB5-9971-C045-B5344101EED2}"/>
              </a:ext>
            </a:extLst>
          </p:cNvPr>
          <p:cNvCxnSpPr/>
          <p:nvPr/>
        </p:nvCxnSpPr>
        <p:spPr>
          <a:xfrm>
            <a:off x="7615825" y="1334022"/>
            <a:ext cx="657616" cy="216074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C36B63-C6C2-8CDA-E734-EEBE6ED53B11}"/>
              </a:ext>
            </a:extLst>
          </p:cNvPr>
          <p:cNvCxnSpPr/>
          <p:nvPr/>
        </p:nvCxnSpPr>
        <p:spPr>
          <a:xfrm>
            <a:off x="7615825" y="1334022"/>
            <a:ext cx="1478071" cy="105844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6F56E40-F13E-7A22-F717-5C4C50C9ECFD}"/>
              </a:ext>
            </a:extLst>
          </p:cNvPr>
          <p:cNvSpPr txBox="1"/>
          <p:nvPr/>
        </p:nvSpPr>
        <p:spPr>
          <a:xfrm>
            <a:off x="7016747" y="687691"/>
            <a:ext cx="1417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85000"/>
                  </a:schemeClr>
                </a:solidFill>
              </a:rPr>
              <a:t>Solder SMA</a:t>
            </a:r>
          </a:p>
          <a:p>
            <a:pPr algn="ctr"/>
            <a:r>
              <a:rPr lang="en-US" b="1">
                <a:solidFill>
                  <a:schemeClr val="bg1">
                    <a:lumMod val="85000"/>
                  </a:schemeClr>
                </a:solidFill>
              </a:rPr>
              <a:t>Connectors</a:t>
            </a:r>
          </a:p>
        </p:txBody>
      </p:sp>
    </p:spTree>
    <p:extLst>
      <p:ext uri="{BB962C8B-B14F-4D97-AF65-F5344CB8AC3E}">
        <p14:creationId xmlns:p14="http://schemas.microsoft.com/office/powerpoint/2010/main" val="404829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F362-5A1F-CC2C-6252-A644B19C7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D3D51-757F-8080-FEAA-086B1F9D8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DB2B490-805B-018C-B0FF-2CDB7130F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42"/>
            <a:ext cx="12192000" cy="671051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D5F252-7753-CF2F-6DD1-AC647EEB3EEB}"/>
              </a:ext>
            </a:extLst>
          </p:cNvPr>
          <p:cNvCxnSpPr>
            <a:cxnSpLocks/>
          </p:cNvCxnSpPr>
          <p:nvPr/>
        </p:nvCxnSpPr>
        <p:spPr>
          <a:xfrm flipH="1">
            <a:off x="2851573" y="1825625"/>
            <a:ext cx="5014865" cy="242802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7FD6FF-5AC2-355C-F78F-9F4E32AF0921}"/>
              </a:ext>
            </a:extLst>
          </p:cNvPr>
          <p:cNvCxnSpPr>
            <a:cxnSpLocks/>
          </p:cNvCxnSpPr>
          <p:nvPr/>
        </p:nvCxnSpPr>
        <p:spPr>
          <a:xfrm flipH="1">
            <a:off x="3969173" y="1825625"/>
            <a:ext cx="3897265" cy="1407863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2FF659-A800-9B1A-0B6E-37043261E8D5}"/>
              </a:ext>
            </a:extLst>
          </p:cNvPr>
          <p:cNvCxnSpPr>
            <a:cxnSpLocks/>
          </p:cNvCxnSpPr>
          <p:nvPr/>
        </p:nvCxnSpPr>
        <p:spPr>
          <a:xfrm>
            <a:off x="7866438" y="1825625"/>
            <a:ext cx="1385935" cy="290216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8838E6-8EA7-33C0-7A1D-D65D4B2D4408}"/>
              </a:ext>
            </a:extLst>
          </p:cNvPr>
          <p:cNvCxnSpPr>
            <a:cxnSpLocks/>
          </p:cNvCxnSpPr>
          <p:nvPr/>
        </p:nvCxnSpPr>
        <p:spPr>
          <a:xfrm>
            <a:off x="7866438" y="1825625"/>
            <a:ext cx="1108228" cy="171397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F92C093-2C09-CB8B-ED14-586B1FF088BB}"/>
              </a:ext>
            </a:extLst>
          </p:cNvPr>
          <p:cNvSpPr txBox="1"/>
          <p:nvPr/>
        </p:nvSpPr>
        <p:spPr>
          <a:xfrm>
            <a:off x="7267360" y="1179294"/>
            <a:ext cx="1417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85000"/>
                  </a:schemeClr>
                </a:solidFill>
              </a:rPr>
              <a:t>Solder SMA</a:t>
            </a:r>
          </a:p>
          <a:p>
            <a:pPr algn="ctr"/>
            <a:r>
              <a:rPr lang="en-US" b="1">
                <a:solidFill>
                  <a:schemeClr val="bg1">
                    <a:lumMod val="85000"/>
                  </a:schemeClr>
                </a:solidFill>
              </a:rPr>
              <a:t>Connectors</a:t>
            </a:r>
          </a:p>
        </p:txBody>
      </p:sp>
    </p:spTree>
    <p:extLst>
      <p:ext uri="{BB962C8B-B14F-4D97-AF65-F5344CB8AC3E}">
        <p14:creationId xmlns:p14="http://schemas.microsoft.com/office/powerpoint/2010/main" val="3087936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6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Gerhard Malan</dc:creator>
  <cp:lastModifiedBy>Gerhard Malan</cp:lastModifiedBy>
  <cp:revision>1</cp:revision>
  <dcterms:created xsi:type="dcterms:W3CDTF">2025-10-07T21:06:23Z</dcterms:created>
  <dcterms:modified xsi:type="dcterms:W3CDTF">2025-10-08T07:10:49Z</dcterms:modified>
</cp:coreProperties>
</file>